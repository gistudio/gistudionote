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MasterView">
  <p:normalViewPr>
    <p:restoredLeft sz="19377"/>
    <p:restoredTop sz="94682"/>
  </p:normalViewPr>
  <p:slideViewPr>
    <p:cSldViewPr snapToGrid="0">
      <p:cViewPr varScale="1">
        <p:scale>
          <a:sx n="72" d="100"/>
          <a:sy n="72" d="100"/>
        </p:scale>
        <p:origin x="224" y="13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873F54C-2EA4-F618-E396-FA2D083F10F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65CE4277-737E-AB0E-AF38-B66C224E5CF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EC5C26E-9C21-8076-6F7A-A881188FD6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DCBE89-51B9-2A41-BEDF-DDBA73133EAE}" type="datetimeFigureOut">
              <a:rPr kumimoji="1" lang="zh-CN" altLang="en-US" smtClean="0"/>
              <a:t>2026/1/24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D5E4741-6C22-0E9A-69A6-529A376553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F99ED778-F4E8-78E0-D584-90A59D7A85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E19DDF-5E3F-9740-B8EE-8E9E6B0881E3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9836875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7D896DC-5C01-FBAA-CAD6-FA7A47E6AF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9BA53683-E3F2-B2D2-6C34-55B0C09A06E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86E8409B-D2C4-7FD9-C7EE-FAD9669CBF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DCBE89-51B9-2A41-BEDF-DDBA73133EAE}" type="datetimeFigureOut">
              <a:rPr kumimoji="1" lang="zh-CN" altLang="en-US" smtClean="0"/>
              <a:t>2026/1/24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4CA8A72-7664-F048-9BF2-D0B3382FAF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C773064D-5DDD-29AC-E9EF-7BF06180DF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E19DDF-5E3F-9740-B8EE-8E9E6B0881E3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8261085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B74DE5B-F3FC-6490-F333-7A2A067615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5EA2A12-76C6-3347-1C63-5F3FCFB4EC6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F000A59-EBFB-93D9-A877-8DA8E8189B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DCBE89-51B9-2A41-BEDF-DDBA73133EAE}" type="datetimeFigureOut">
              <a:rPr kumimoji="1" lang="zh-CN" altLang="en-US" smtClean="0"/>
              <a:t>2026/1/24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83D599D6-65FD-EBF4-2598-DD05BC71CB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1550AC73-E5E3-BCDC-4FD0-0732CF8C47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E19DDF-5E3F-9740-B8EE-8E9E6B0881E3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9016877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CF003D5-EDB7-F440-D944-926A2342EB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F40B589E-7F9F-D381-1CA3-868380237C0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36D3FFB5-BC18-395F-111C-3B7A070C58D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1672AED1-D884-351C-17A3-DCA903371E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DCBE89-51B9-2A41-BEDF-DDBA73133EAE}" type="datetimeFigureOut">
              <a:rPr kumimoji="1" lang="zh-CN" altLang="en-US" smtClean="0"/>
              <a:t>2026/1/24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3D0BC90A-CC41-D62E-C7DA-EFE4B01FD9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84D49C1F-D059-0D14-6D35-3DC982865C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E19DDF-5E3F-9740-B8EE-8E9E6B0881E3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72572240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A1BFBC1-E17E-F5C9-D7D7-B87CCE1175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BFE609C4-EC2C-1203-1A59-C7FA0B6BEB2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DBD8F85A-39F8-32BE-4200-2C0BD3C2AF4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9650C06F-F840-79F3-1792-C6A0EA731BE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2B729C85-26BA-2906-4F70-3789438B7A9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1C6A47F5-13AB-5D73-2AA4-A4DB06A2E7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DCBE89-51B9-2A41-BEDF-DDBA73133EAE}" type="datetimeFigureOut">
              <a:rPr kumimoji="1" lang="zh-CN" altLang="en-US" smtClean="0"/>
              <a:t>2026/1/24</a:t>
            </a:fld>
            <a:endParaRPr kumimoji="1"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AF199962-F768-5A5F-825E-DEE63C1A00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9BDD3A06-EC5C-5D15-CD84-DE1317B7BE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E19DDF-5E3F-9740-B8EE-8E9E6B0881E3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04500630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34BF1A2-ECD5-8C0D-3820-D3A5ED8EA7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F59EBDED-199C-0C44-759A-DC8379AB9C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DCBE89-51B9-2A41-BEDF-DDBA73133EAE}" type="datetimeFigureOut">
              <a:rPr kumimoji="1" lang="zh-CN" altLang="en-US" smtClean="0"/>
              <a:t>2026/1/24</a:t>
            </a:fld>
            <a:endParaRPr kumimoji="1"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BE83EF8F-15B7-650A-4FF7-52BF496AB8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1CD140D5-733A-433C-BF9E-86BC8E4C91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E19DDF-5E3F-9740-B8EE-8E9E6B0881E3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89041799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FF560D06-92FF-0E5C-2920-22AFA3F632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DCBE89-51B9-2A41-BEDF-DDBA73133EAE}" type="datetimeFigureOut">
              <a:rPr kumimoji="1" lang="zh-CN" altLang="en-US" smtClean="0"/>
              <a:t>2026/1/24</a:t>
            </a:fld>
            <a:endParaRPr kumimoji="1"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D6E51265-B05A-E6AA-A269-68DE37D72E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1D39B0E1-863C-B46C-B3EA-C069DCBD9C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E19DDF-5E3F-9740-B8EE-8E9E6B0881E3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90289862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A3C1434-468E-8985-1483-F92F9AE7D5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91B5B7E7-CAC2-4814-FF4E-819A033277A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0D600D6A-7924-C978-48E9-BE9FC7E7EF7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F34BF9BA-915A-E10F-54FD-B294D98F68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DCBE89-51B9-2A41-BEDF-DDBA73133EAE}" type="datetimeFigureOut">
              <a:rPr kumimoji="1" lang="zh-CN" altLang="en-US" smtClean="0"/>
              <a:t>2026/1/24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2FEC5652-7814-7566-0C47-2895C277C1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EA2F097B-19D3-7F46-C1A2-3FF110DA07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E19DDF-5E3F-9740-B8EE-8E9E6B0881E3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18654585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8116504-B291-0AA2-64E2-8A425E4086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3EDD2C9E-37E2-2E00-AD77-3156B6FC42C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E55470D3-27C0-C7A1-4909-FDF9CADB461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555E73D3-4CC9-0760-E4EB-1285C5334C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DCBE89-51B9-2A41-BEDF-DDBA73133EAE}" type="datetimeFigureOut">
              <a:rPr kumimoji="1" lang="zh-CN" altLang="en-US" smtClean="0"/>
              <a:t>2026/1/24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5AD79B8A-0509-8B38-16DD-0D1D3533DA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AFA36737-A29F-3706-1DA4-2947FF8D27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E19DDF-5E3F-9740-B8EE-8E9E6B0881E3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44990598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6CEB78F-0BEA-9696-3487-479802C9CD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BD3AC6A1-C12C-EF4D-E9F4-324BCE11171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6CA69856-F73C-5B30-6EB3-34E58466D5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DCBE89-51B9-2A41-BEDF-DDBA73133EAE}" type="datetimeFigureOut">
              <a:rPr kumimoji="1" lang="zh-CN" altLang="en-US" smtClean="0"/>
              <a:t>2026/1/24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A017F1B9-8C34-FC08-4B81-AF889273D2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28F50C6-A8ED-0192-AE15-C205C0DAD0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E19DDF-5E3F-9740-B8EE-8E9E6B0881E3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46846632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A949A45F-6112-0EC4-9ECA-B4E5DAF152C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10714585-8487-8505-37C9-03ED798FF53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EF24CAF3-6E1F-5B4B-A996-607D91E39D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DCBE89-51B9-2A41-BEDF-DDBA73133EAE}" type="datetimeFigureOut">
              <a:rPr kumimoji="1" lang="zh-CN" altLang="en-US" smtClean="0"/>
              <a:t>2026/1/24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AFD66CFD-5CCD-2027-634A-A5DD618C35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2FA679CF-7D6D-E9F3-688F-720CA257DF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E19DDF-5E3F-9740-B8EE-8E9E6B0881E3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96606488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2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68829B36-95A7-DD1C-0C9F-C6ADC8F9EA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216F9D98-BCC8-8240-83E5-F48618F667C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0333748C-E6DC-90E0-B8ED-DB94C644593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7DCBE89-51B9-2A41-BEDF-DDBA73133EAE}" type="datetimeFigureOut">
              <a:rPr kumimoji="1" lang="zh-CN" altLang="en-US" smtClean="0"/>
              <a:t>2026/1/24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57B1AD3-9698-B6D2-2E90-782CA62E9F7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224BE420-468C-829E-51AF-6A02596BB52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5E19DDF-5E3F-9740-B8EE-8E9E6B0881E3}" type="slidenum">
              <a:rPr kumimoji="1" lang="zh-CN" altLang="en-US" smtClean="0"/>
              <a:t>‹#›</a:t>
            </a:fld>
            <a:endParaRPr kumimoji="1" lang="zh-CN" altLang="en-US"/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572EA63F-21D2-A060-A842-1EF0BA5D620C}"/>
              </a:ext>
            </a:extLst>
          </p:cNvPr>
          <p:cNvPicPr>
            <a:picLocks noChangeAspect="1"/>
          </p:cNvPicPr>
          <p:nvPr userDrawn="1"/>
        </p:nvPicPr>
        <p:blipFill>
          <a:blip r:embed="rId13"/>
          <a:stretch>
            <a:fillRect/>
          </a:stretch>
        </p:blipFill>
        <p:spPr>
          <a:xfrm>
            <a:off x="0" y="0"/>
            <a:ext cx="12192000" cy="6858001"/>
          </a:xfrm>
          <a:prstGeom prst="rect">
            <a:avLst/>
          </a:prstGeom>
        </p:spPr>
      </p:pic>
      <p:pic>
        <p:nvPicPr>
          <p:cNvPr id="8" name="图片 7">
            <a:extLst>
              <a:ext uri="{FF2B5EF4-FFF2-40B4-BE49-F238E27FC236}">
                <a16:creationId xmlns:a16="http://schemas.microsoft.com/office/drawing/2014/main" id="{D75AD9C7-3901-B175-5522-D62A0E5E6EF3}"/>
              </a:ext>
            </a:extLst>
          </p:cNvPr>
          <p:cNvPicPr>
            <a:picLocks noChangeAspect="1"/>
          </p:cNvPicPr>
          <p:nvPr userDrawn="1"/>
        </p:nvPicPr>
        <p:blipFill>
          <a:blip r:embed="rId14"/>
          <a:stretch>
            <a:fillRect/>
          </a:stretch>
        </p:blipFill>
        <p:spPr>
          <a:xfrm>
            <a:off x="11353800" y="136525"/>
            <a:ext cx="630891" cy="7926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5425887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71BB9ED-E6FB-2731-51D7-B219127691E2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7E9E9BFA-E8AB-B99A-F621-AD1280AFE1D7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57881776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宽屏</PresentationFormat>
  <Paragraphs>0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5" baseType="lpstr">
      <vt:lpstr>等线</vt:lpstr>
      <vt:lpstr>等线 Light</vt:lpstr>
      <vt:lpstr>Arial</vt:lpstr>
      <vt:lpstr>Office 主题​​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Shiqi Wang</dc:creator>
  <cp:lastModifiedBy>Shiqi Wang</cp:lastModifiedBy>
  <cp:revision>1</cp:revision>
  <dcterms:created xsi:type="dcterms:W3CDTF">2026-01-24T04:19:26Z</dcterms:created>
  <dcterms:modified xsi:type="dcterms:W3CDTF">2026-01-24T04:21:18Z</dcterms:modified>
</cp:coreProperties>
</file>